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系统更新培训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FFFFFF"/>
                </a:solidFill>
              </a:defRPr>
            </a:pPr>
            <a:r>
              <a:t>版本 v2.5.0 | 2026年4月22日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BDD7EE"/>
                </a:solidFill>
              </a:defRPr>
            </a:pPr>
            <a:r>
              <a:t>本次更新带来了订单批量导出功能。</a:t>
            </a:r>
          </a:p>
        </p:txBody>
      </p:sp>
      <p:sp>
        <p:nvSpPr>
          <p:cNvPr id="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本次更新概览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本次更新带来了订单批量导出功能。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33333"/>
                </a:solidFill>
              </a:defRPr>
            </a:pPr>
            <a:r>
              <a:t>🟢 批量导出订单报表 — 支持按多维度筛选并批量导出订单报表</a:t>
            </a:r>
          </a:p>
        </p:txBody>
      </p:sp>
      <p:sp>
        <p:nvSpPr>
          <p:cNvPr id="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✨ 批量导出订单报表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BDD7EE"/>
                </a:solidFill>
              </a:defRPr>
            </a:pPr>
            <a:r>
              <a:t>优先级：P0-核心功能</a:t>
            </a:r>
          </a:p>
        </p:txBody>
      </p:sp>
      <p:sp>
        <p:nvSpPr>
          <p:cNvPr id="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🎯 批量导出订单报表 — 业务场景与价值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D7D31"/>
                </a:solidFill>
              </a:defRPr>
            </a:pPr>
            <a:r>
              <a:t>解决的痛点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33333"/>
                </a:solidFill>
              </a:defRPr>
            </a:pPr>
            <a:r>
              <a:t>运营人员需要定期导出订单数据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D7D31"/>
                </a:solidFill>
              </a:defRPr>
            </a:pPr>
            <a:r>
              <a:t>核心价值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4E79"/>
                </a:solidFill>
              </a:defRPr>
            </a:pPr>
            <a:r>
              <a:t>通过批量导出功能，一键导出订单报表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D7D31"/>
                </a:solidFill>
              </a:defRPr>
            </a:pPr>
            <a:r>
              <a:t>Before → After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00000"/>
                </a:solidFill>
              </a:defRPr>
            </a:pPr>
            <a:r>
              <a:t>❌ 以前：逐页复制订单数据到Excel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7548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70AD47"/>
                </a:solidFill>
              </a:defRPr>
            </a:pPr>
            <a:r>
              <a:t>✅ 现在：选择筛选条件，点击导出即可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目标用户：运营人员</a:t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📝 批量导出订单报表 — 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E75B6"/>
                </a:solidFill>
              </a:defRPr>
            </a:pPr>
            <a:r>
              <a:t>功能入口：导航至「订单管理 → 报表导出」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4E79"/>
                </a:solidFill>
              </a:defRPr>
            </a:pPr>
            <a:r>
              <a:t>步骤 1：进入导出页面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33333"/>
                </a:solidFill>
              </a:defRPr>
            </a:pPr>
            <a:r>
              <a:t>    点击「订单管理」→「报表导出」 → 打开报表导出页面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4E79"/>
                </a:solidFill>
              </a:defRPr>
            </a:pPr>
            <a:r>
              <a:t>步骤 2：设置筛选条件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33333"/>
                </a:solidFill>
              </a:defRPr>
            </a:pPr>
            <a:r>
              <a:t>    选择时间范围等 → 设置完成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C000"/>
                </a:solidFill>
              </a:defRPr>
            </a:pPr>
            <a:r>
              <a:t>⚠️ 注意事项：</a:t>
            </a:r>
            <a:br/>
            <a:r>
              <a:t>  • 需要「订单导出」权限</a:t>
            </a:r>
          </a:p>
        </p:txBody>
      </p:sp>
      <p:sp>
        <p:nvSpPr>
          <p:cNvPr id="1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👥 各角色关注功能一览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33333"/>
                </a:solidFill>
              </a:defRPr>
            </a:pPr>
            <a:r>
              <a:t>👤 运营人员：批量导出订单报表</a:t>
            </a:r>
          </a:p>
        </p:txBody>
      </p:sp>
      <p:sp>
        <p:nvSpPr>
          <p:cNvPr id="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❓ 常见问题 (FAQ)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</a:defRPr>
            </a:pPr>
            <a:r>
              <a:t>Q1: 导出报表时提示数据量过大怎么办？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33333"/>
                </a:solidFill>
              </a:defRPr>
            </a:pPr>
            <a:r>
              <a:t>A1: 请缩小时间范围。</a:t>
            </a:r>
          </a:p>
        </p:txBody>
      </p:sp>
      <p:sp>
        <p:nvSpPr>
          <p:cNvPr id="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谢谢！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BDD7EE"/>
                </a:solidFill>
              </a:defRPr>
            </a:pPr>
            <a:r>
              <a:t>如有问题，请通过内部支持渠道反馈</a:t>
            </a:r>
          </a:p>
        </p:txBody>
      </p:sp>
      <p:sp>
        <p:nvSpPr>
          <p:cNvPr id="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